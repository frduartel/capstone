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wTsdMzeh7O+OF1EWrrNsw8yrV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Buenos días/tardes, somos el equipo de SignIA. Hoy presentamos una solución que traduce Lengua de Señas Chilena a texto y voz en tiempo real.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Presentamos los roles del equipo. Khaeil lidera el producto y también el desarrollo de IA, arquitectura, funciones y base de datos; Franco facilita Scrum y apoya el desarrollo UX/UI; Joaquín se enfoca en testing y control de calidad.</a:t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problema que abordamos es la barrera de comunicación entre personas sordas y oyentes que no conocen LSCh. Nuestra propuesta es una aplicación web local que traduce señas capturadas por cámara a texto y voz en tiempo real.</a:t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Nuestro objetivo general es desarrollar una aplicación web local capaz de traducir gestos de Lengua de Señas Chilena a texto y voz, apoyada por visión por computador y aprendizaje profundo.</a:t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alcance considera reconocimiento de gestos de manos, traducción en tiempo real y ejecución local en Streamlit. Las limitaciones principales son iluminación, cámara web, una persona a la vez, vocabulario limitado y sin despliegue cloud en esta fase.</a:t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Trabajamos con Scrum, organizando el proyecto en 9 sprints de 2 semanas. Consideramos Planning, Daily, Review y Retrospective para inspeccionar, adaptar y entregar valor.</a:t>
            </a:r>
            <a:endParaRPr/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proyecto se desarrolla en 18 semanas: documentación y arquitectura, dataset y captura, modelo e integración, interfaz y pruebas, y finalmente validación y presentación.</a:t>
            </a:r>
            <a:endParaRPr/>
          </a:p>
        </p:txBody>
      </p:sp>
      <p:sp>
        <p:nvSpPr>
          <p:cNvPr id="50" name="Google Shape;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arquitectura inicia con cámara web, captura con OpenCV, detección con MediaPipe, clasificación con modelo Keras, visualización en Streamlit, síntesis de voz con gTTS y registro local en DuckDB.</a:t>
            </a:r>
            <a:endParaRPr/>
          </a:p>
        </p:txBody>
      </p:sp>
      <p:sp>
        <p:nvSpPr>
          <p:cNvPr id="56" name="Google Shape;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dark_futuristic_tech_presentation_slide_cybe_1_batch_1.png" id="16" name="Google Shape;16;p1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-119600" y="0"/>
            <a:ext cx="1219199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futuristic_tech_infographic_slide_in_a_dark_b_2_batch_2.png" id="22" name="Google Shape;22;p2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dark_futuristic_tech_themed_presentation_sli_3_batch_2.png" id="28" name="Google Shape;28;p3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futuristic_tech_themed_presentation_slide_wi_4_batch_3.png" id="34" name="Google Shape;34;p4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dark_futuristic_presentation_slide_with_neon_5_batch_4.png" id="40" name="Google Shape;40;p5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dark_futuristic_slide_infographic_with_neon_6_batch_5.png" id="46" name="Google Shape;46;p6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high_resolution_dark_futuristic_tech_themed_7_batch_6.png" id="52" name="Google Shape;52;p7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5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futuristic_dark_blue_cyberpunk_infographic_s_8_batch_7.png" id="58" name="Google Shape;58;p8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2026-09-07T01:42:06Z</dcterms:created>
  <dc:creator>OpenAI</dc:creator>
</cp:coreProperties>
</file>